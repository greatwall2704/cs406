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30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46BB-B7C5-B8B7-AF1F-9BD48865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1B661-CECE-8BFC-8F95-78C129E53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D3785-A6F1-5750-74B2-47A819F0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4F5F9-8F9D-FABC-CEB2-1F359996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F3E09-1F99-C8EA-E53E-707B8DF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6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5263-372F-32D8-05AE-A79E7BF3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23EBC-69AE-5E48-B142-7C1E438B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4207B-8EC0-7A28-A257-E55EB7C7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A3C32-2E46-2512-D3CF-FE2A3F1B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61A8E-BD29-47FE-1B0B-42E55E47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6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D480-4F9E-35D0-7051-8BABA49D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A2DD5-BCEC-5C2B-AA18-150605434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490B9-B8C2-3FFB-3CFD-46285602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3EC2-2F59-FAA3-3738-78A0C912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A7DF-2918-5679-80E0-6CA5A47A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06EC-BFF0-3676-AB2C-EB365D58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AB7D-E8BE-E2E5-17CD-48C7872BC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B6AF-E624-4BE1-591E-0E21D1F19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E34DC-3F55-D960-B245-4ACEF22C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FAE83-61B7-A890-5E5A-D6CBBD8B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917C3-2C3B-DAFF-AE9D-D07AD20A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0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969-1B6B-7A5B-6A70-EB665599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86011-1841-D948-8335-A392297A7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74EF8-B4CC-3BF6-AB52-14F4E63C9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A868-3032-9FFB-2D0B-2AD7FE60B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22422-0AEB-42F8-B5CC-FA982D84D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54BA4F-D67D-12E4-5CD4-03D4E339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08527-D363-790C-6083-123429E0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57DE5-B4DA-0182-4801-140C778A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9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4114-B4A8-5EB4-743B-B3EF5A47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6BD4D-8A4F-E7DB-6504-D83F0228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52509-CC0F-E4A8-13E4-5976920C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0DB37-A997-2B47-3321-E2E54870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0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CBB8-48E2-FB68-2746-D3C45A1E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E9293-3A8C-3D14-4C2E-0C9FF4A2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F08CB-3C04-0AE4-6A03-3179AA5B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0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692C-921B-C3ED-5231-606B4A26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41CF-6565-EDD9-7D8C-6CE43875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AC4E1-0F74-9B2E-19B8-C47B0563E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4B971-DBDE-F74E-9AB3-B5DADCCF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DD2E7-F6B2-8904-5D2E-BAB4AD2C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161E0-8F2E-AE70-22E5-070893DE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7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33DA-7294-3306-8E55-9585DABD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45D6F-3FFC-7A24-CFAC-640F454DA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ADDEC-B26C-5AA6-83B3-2652A1FDD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1CB51-CA5B-2457-E5EC-0E518DD2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FD90F-C649-D9E2-2673-933F8A46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F6679-F442-72C9-532B-17414893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3F27-A6DC-9C67-471D-8B025C81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A08F3-8BC3-F220-6784-C3D04646B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52C9-87F9-5BC1-A56A-EE007706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50FD-9D14-AA5D-009F-613498CD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380BD-BB5E-2C7B-22E6-236BF16E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0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ADBF94-5980-9CD9-AE9D-161D5D52D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F5E6E-236E-1113-5AA7-3114122BC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295DF-DDEB-AD31-38A1-C96389B0F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B5ED1-BB09-CA83-AF83-0FFEE778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9E72E-77B8-99B3-6A78-2CECD099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CB8C6-A6E6-268F-EA4F-37EDFAF6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07A4F-23B4-0F81-4B8D-E070A5F38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9F98-E2B0-21F7-DE2E-4E5BC3174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15B4-6AAB-705F-F2DB-C7321F2D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8873-390C-3A5A-EC72-304E0CBA6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0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E882-DA57-CF3B-20D4-6522C7A2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" y="4553712"/>
            <a:ext cx="10908792" cy="1069848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dirty="0"/>
              <a:t>Lab-03: Image Enhancing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F589F-B2EB-24F1-F3D2-DEB9CC39C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678424"/>
            <a:ext cx="10908792" cy="548640"/>
          </a:xfrm>
        </p:spPr>
        <p:txBody>
          <a:bodyPr anchor="ctr">
            <a:normAutofit/>
          </a:bodyPr>
          <a:lstStyle/>
          <a:p>
            <a:pPr algn="ctr"/>
            <a:endParaRPr lang="en-US" sz="2400" dirty="0"/>
          </a:p>
        </p:txBody>
      </p:sp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0685846A-380F-A5F7-77E1-3AC495E8F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51" b="33177"/>
          <a:stretch/>
        </p:blipFill>
        <p:spPr>
          <a:xfrm>
            <a:off x="20" y="10"/>
            <a:ext cx="12191979" cy="4196972"/>
          </a:xfrm>
          <a:custGeom>
            <a:avLst/>
            <a:gdLst/>
            <a:ahLst/>
            <a:cxnLst/>
            <a:rect l="l" t="t" r="r" b="b"/>
            <a:pathLst>
              <a:path w="12191999" h="4196982">
                <a:moveTo>
                  <a:pt x="0" y="0"/>
                </a:moveTo>
                <a:lnTo>
                  <a:pt x="12191999" y="0"/>
                </a:lnTo>
                <a:lnTo>
                  <a:pt x="12191999" y="4170459"/>
                </a:lnTo>
                <a:lnTo>
                  <a:pt x="11986461" y="4175111"/>
                </a:lnTo>
                <a:cubicBezTo>
                  <a:pt x="11912297" y="4174136"/>
                  <a:pt x="11838168" y="4170508"/>
                  <a:pt x="11764214" y="4164231"/>
                </a:cubicBezTo>
                <a:cubicBezTo>
                  <a:pt x="11656850" y="4156227"/>
                  <a:pt x="11548596" y="4145173"/>
                  <a:pt x="11441995" y="4165502"/>
                </a:cubicBezTo>
                <a:cubicBezTo>
                  <a:pt x="11324975" y="4187991"/>
                  <a:pt x="11208081" y="4188118"/>
                  <a:pt x="11090044" y="4182401"/>
                </a:cubicBezTo>
                <a:cubicBezTo>
                  <a:pt x="10989160" y="4177573"/>
                  <a:pt x="10888657" y="4152161"/>
                  <a:pt x="10787011" y="4178970"/>
                </a:cubicBezTo>
                <a:cubicBezTo>
                  <a:pt x="10776897" y="4180444"/>
                  <a:pt x="10766592" y="4180012"/>
                  <a:pt x="10756643" y="4177700"/>
                </a:cubicBezTo>
                <a:cubicBezTo>
                  <a:pt x="10645468" y="4162326"/>
                  <a:pt x="10533530" y="4174904"/>
                  <a:pt x="10421973" y="4170584"/>
                </a:cubicBezTo>
                <a:cubicBezTo>
                  <a:pt x="10370515" y="4168551"/>
                  <a:pt x="10318040" y="4169695"/>
                  <a:pt x="10267216" y="4164231"/>
                </a:cubicBezTo>
                <a:cubicBezTo>
                  <a:pt x="10150577" y="4151780"/>
                  <a:pt x="10034192" y="4145173"/>
                  <a:pt x="9918824" y="4174523"/>
                </a:cubicBezTo>
                <a:cubicBezTo>
                  <a:pt x="9885153" y="4182439"/>
                  <a:pt x="9850745" y="4186695"/>
                  <a:pt x="9816160" y="4187229"/>
                </a:cubicBezTo>
                <a:cubicBezTo>
                  <a:pt x="9703206" y="4191295"/>
                  <a:pt x="9590632" y="4183544"/>
                  <a:pt x="9478059" y="4177191"/>
                </a:cubicBezTo>
                <a:cubicBezTo>
                  <a:pt x="9399918" y="4172744"/>
                  <a:pt x="9321904" y="4163088"/>
                  <a:pt x="9243637" y="4171220"/>
                </a:cubicBezTo>
                <a:cubicBezTo>
                  <a:pt x="9198150" y="4175921"/>
                  <a:pt x="9152282" y="4175921"/>
                  <a:pt x="9106795" y="4171220"/>
                </a:cubicBezTo>
                <a:cubicBezTo>
                  <a:pt x="9022962" y="4161398"/>
                  <a:pt x="8938380" y="4159568"/>
                  <a:pt x="8854204" y="4165756"/>
                </a:cubicBezTo>
                <a:cubicBezTo>
                  <a:pt x="8728543" y="4176556"/>
                  <a:pt x="8603010" y="4185577"/>
                  <a:pt x="8476969" y="4168424"/>
                </a:cubicBezTo>
                <a:cubicBezTo>
                  <a:pt x="8405486" y="4157192"/>
                  <a:pt x="8332808" y="4155871"/>
                  <a:pt x="8260970" y="4164486"/>
                </a:cubicBezTo>
                <a:cubicBezTo>
                  <a:pt x="8089823" y="4188500"/>
                  <a:pt x="7918295" y="4180749"/>
                  <a:pt x="7746767" y="4170839"/>
                </a:cubicBezTo>
                <a:cubicBezTo>
                  <a:pt x="7632160" y="4164104"/>
                  <a:pt x="7517046" y="4151780"/>
                  <a:pt x="7402693" y="4168043"/>
                </a:cubicBezTo>
                <a:cubicBezTo>
                  <a:pt x="7256831" y="4188372"/>
                  <a:pt x="7110841" y="4181638"/>
                  <a:pt x="6964597" y="4175667"/>
                </a:cubicBezTo>
                <a:cubicBezTo>
                  <a:pt x="6857233" y="4171220"/>
                  <a:pt x="6749742" y="4157751"/>
                  <a:pt x="6642124" y="4174396"/>
                </a:cubicBezTo>
                <a:cubicBezTo>
                  <a:pt x="6631045" y="4175908"/>
                  <a:pt x="6619775" y="4174777"/>
                  <a:pt x="6609216" y="4171093"/>
                </a:cubicBezTo>
                <a:cubicBezTo>
                  <a:pt x="6568379" y="4157650"/>
                  <a:pt x="6524595" y="4155846"/>
                  <a:pt x="6482793" y="4165883"/>
                </a:cubicBezTo>
                <a:cubicBezTo>
                  <a:pt x="6405669" y="4182782"/>
                  <a:pt x="6328672" y="4190151"/>
                  <a:pt x="6250150" y="4174777"/>
                </a:cubicBezTo>
                <a:cubicBezTo>
                  <a:pt x="6217254" y="4167891"/>
                  <a:pt x="6183521" y="4165883"/>
                  <a:pt x="6150028" y="4168806"/>
                </a:cubicBezTo>
                <a:cubicBezTo>
                  <a:pt x="6020175" y="4181766"/>
                  <a:pt x="5890068" y="4176683"/>
                  <a:pt x="5760087" y="4174142"/>
                </a:cubicBezTo>
                <a:cubicBezTo>
                  <a:pt x="5521345" y="4169695"/>
                  <a:pt x="5282477" y="4174142"/>
                  <a:pt x="5044242" y="4151399"/>
                </a:cubicBezTo>
                <a:cubicBezTo>
                  <a:pt x="4979506" y="4145237"/>
                  <a:pt x="4914326" y="4141297"/>
                  <a:pt x="4849272" y="4142076"/>
                </a:cubicBezTo>
                <a:cubicBezTo>
                  <a:pt x="4784218" y="4142854"/>
                  <a:pt x="4719291" y="4148349"/>
                  <a:pt x="4655063" y="4161055"/>
                </a:cubicBezTo>
                <a:cubicBezTo>
                  <a:pt x="4447578" y="4201332"/>
                  <a:pt x="4239457" y="4203874"/>
                  <a:pt x="4029811" y="4187610"/>
                </a:cubicBezTo>
                <a:cubicBezTo>
                  <a:pt x="3943792" y="4180876"/>
                  <a:pt x="3857774" y="4169695"/>
                  <a:pt x="3771375" y="4171855"/>
                </a:cubicBezTo>
                <a:cubicBezTo>
                  <a:pt x="3623225" y="4175794"/>
                  <a:pt x="3474948" y="4167789"/>
                  <a:pt x="3326672" y="4169822"/>
                </a:cubicBezTo>
                <a:cubicBezTo>
                  <a:pt x="3322669" y="4170394"/>
                  <a:pt x="3318578" y="4169860"/>
                  <a:pt x="3314855" y="4168297"/>
                </a:cubicBezTo>
                <a:cubicBezTo>
                  <a:pt x="3278008" y="4143013"/>
                  <a:pt x="3237604" y="4152796"/>
                  <a:pt x="3199487" y="4159403"/>
                </a:cubicBezTo>
                <a:cubicBezTo>
                  <a:pt x="3072810" y="4181384"/>
                  <a:pt x="2946260" y="4192184"/>
                  <a:pt x="2817550" y="4175158"/>
                </a:cubicBezTo>
                <a:cubicBezTo>
                  <a:pt x="2694647" y="4157332"/>
                  <a:pt x="2569990" y="4155109"/>
                  <a:pt x="2446541" y="4168551"/>
                </a:cubicBezTo>
                <a:cubicBezTo>
                  <a:pt x="2276791" y="4188372"/>
                  <a:pt x="2107677" y="4184179"/>
                  <a:pt x="1938308" y="4168551"/>
                </a:cubicBezTo>
                <a:cubicBezTo>
                  <a:pt x="1869570" y="4162199"/>
                  <a:pt x="1799815" y="4151399"/>
                  <a:pt x="1731712" y="4167281"/>
                </a:cubicBezTo>
                <a:cubicBezTo>
                  <a:pt x="1647854" y="4186721"/>
                  <a:pt x="1564250" y="4180368"/>
                  <a:pt x="1480137" y="4176048"/>
                </a:cubicBezTo>
                <a:cubicBezTo>
                  <a:pt x="1373663" y="4170457"/>
                  <a:pt x="1267442" y="4154321"/>
                  <a:pt x="1160586" y="4167027"/>
                </a:cubicBezTo>
                <a:cubicBezTo>
                  <a:pt x="1111161" y="4172871"/>
                  <a:pt x="1062116" y="4182147"/>
                  <a:pt x="1012055" y="4179733"/>
                </a:cubicBezTo>
                <a:cubicBezTo>
                  <a:pt x="873562" y="4173380"/>
                  <a:pt x="735196" y="4165883"/>
                  <a:pt x="596449" y="4167027"/>
                </a:cubicBezTo>
                <a:cubicBezTo>
                  <a:pt x="538383" y="4167408"/>
                  <a:pt x="480699" y="4169314"/>
                  <a:pt x="422887" y="4173507"/>
                </a:cubicBezTo>
                <a:cubicBezTo>
                  <a:pt x="315015" y="4181384"/>
                  <a:pt x="207524" y="4170711"/>
                  <a:pt x="100033" y="4166900"/>
                </a:cubicBezTo>
                <a:lnTo>
                  <a:pt x="0" y="41713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7453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0A65-5818-2CC1-9CD0-34537997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C052F-EB7E-B694-926C-80B206139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(upload)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.</a:t>
            </a:r>
          </a:p>
          <a:p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8643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DA59-3320-BEE3-CF05-87189948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Denoising / Smoothing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58D945-83ED-DF0B-5FD9-D1413AAAA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794" y="1825625"/>
            <a:ext cx="8264412" cy="4351338"/>
          </a:xfrm>
        </p:spPr>
      </p:pic>
    </p:spTree>
    <p:extLst>
      <p:ext uri="{BB962C8B-B14F-4D97-AF65-F5344CB8AC3E}">
        <p14:creationId xmlns:p14="http://schemas.microsoft.com/office/powerpoint/2010/main" val="231892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0002-0673-D87B-AAD2-7FC94255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Sharpening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7CFD8-191C-AD1D-E484-11F70F5EF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095" y="1825625"/>
            <a:ext cx="9137809" cy="4351338"/>
          </a:xfrm>
        </p:spPr>
      </p:pic>
    </p:spTree>
    <p:extLst>
      <p:ext uri="{BB962C8B-B14F-4D97-AF65-F5344CB8AC3E}">
        <p14:creationId xmlns:p14="http://schemas.microsoft.com/office/powerpoint/2010/main" val="295106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DAF9-0846-0223-2FAC-81833125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Edge Detection filter: Sobel, Prewitt, Canny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6AC0-1631-8678-FF2C-1EC4BFE8A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edge detection </a:t>
            </a:r>
            <a:r>
              <a:rPr lang="en-US" dirty="0" err="1"/>
              <a:t>với</a:t>
            </a:r>
            <a:r>
              <a:rPr lang="en-US" dirty="0"/>
              <a:t> 3 filter </a:t>
            </a:r>
          </a:p>
        </p:txBody>
      </p:sp>
    </p:spTree>
    <p:extLst>
      <p:ext uri="{BB962C8B-B14F-4D97-AF65-F5344CB8AC3E}">
        <p14:creationId xmlns:p14="http://schemas.microsoft.com/office/powerpoint/2010/main" val="196190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B8A7-2998-4D75-11F3-EACA0659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613"/>
            <a:ext cx="10515600" cy="1325563"/>
          </a:xfrm>
        </p:spPr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6CEA31-FE70-3525-F366-C8212BD14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393" y="779361"/>
            <a:ext cx="10145541" cy="3248478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8F0C70-0B46-A347-9C2C-DE6080994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8" y="3934446"/>
            <a:ext cx="10269383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2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B8A7-2998-4D75-11F3-EACA0659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58F7B-A80B-7C80-393D-E6FF559B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1914313"/>
            <a:ext cx="10269383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5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89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Lab-03: Image Enhancing</vt:lpstr>
      <vt:lpstr>Mô tả </vt:lpstr>
      <vt:lpstr>1. Denoising / Smoothing</vt:lpstr>
      <vt:lpstr>2. Sharpening</vt:lpstr>
      <vt:lpstr>3. Edge Detection filter: Sobel, Prewitt, Canny Edge</vt:lpstr>
      <vt:lpstr>Một số gợi ý cách trình bày output</vt:lpstr>
      <vt:lpstr>Một số gợi ý cách trình bày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Lab-03: Image Enhancing</dc:title>
  <dc:creator>Cáp Phạm Đình Thăng</dc:creator>
  <cp:lastModifiedBy>Tường Nguyễn</cp:lastModifiedBy>
  <cp:revision>2</cp:revision>
  <dcterms:created xsi:type="dcterms:W3CDTF">2024-09-30T07:43:19Z</dcterms:created>
  <dcterms:modified xsi:type="dcterms:W3CDTF">2024-10-10T02:25:11Z</dcterms:modified>
</cp:coreProperties>
</file>